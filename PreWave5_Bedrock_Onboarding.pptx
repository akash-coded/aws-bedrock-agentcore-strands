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 · AGENTIC AI PRACTITIONER PROGRAM · PRE-WAVE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Easing into Amazon Bedrock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three ways. Run "Hello Bedrock." Then grow it, one step at a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on-ramp before Day 5.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last slide you will have connected from the console, the CLI and the SDK, run your first model call, read the cost, and seen the one error everyone hits — so the Day 5 build feels easy.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learning  ·  smallest working thing first  ·  real AWS SDK examples, annotated  ·  anchor: TravelMind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71500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DECK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climb a spiral, not a cliff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 changes ONE thing from the slide before. Same client, same call — a little more capable each time.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780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— prove you can reach Bedrock at all — three different ways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19125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— list the models, then get one model to say hello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90448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— add a system prompt, memory, streaming, error-handling — one at a time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54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61772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— discover and read model details in code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36752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533095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— you are now ready for the Day 5 workflow + agent build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step already feels obvious, good — that means the ramp is working. Speak up and we skip ahead.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IDEA THAT PREVENTS 90% OF CONFUSION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 = two planes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gives you two different boto3 clients. Beginners mix them up and nothing works. Keep them straight: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271516" cy="28346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5271516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boto3.client("bedrock")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98094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/ control plane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and describes models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guardrails, knowledge bases, jobs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run a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Calls: list_foundation_models, get_foundation_model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2377440"/>
            <a:ext cx="5271516" cy="283464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7356" y="2377440"/>
            <a:ext cx="5271516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2578608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boto3.client("bedrock-runtime")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5956" y="298094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/ inference plane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05956" y="333756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runs the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prompts, gets responses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your tokens (and cost) happen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Calls: converse, converse_stream, invoke_model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hook:  </a:t>
            </a:r>
            <a:pPr indent="0" marL="0"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"bedrock" manages, "bedrock-runtime" runs. Same idea as EC2 vs the app on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REACH BEDROCK THREE WAYS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doors 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53384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in the browser. Pick a model, type a prompt, see a reply. Zero setup.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Exploring, comparing models, demos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7784" y="1920240"/>
            <a:ext cx="3453384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7784" y="192024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4596384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6384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6384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... and aws bedrock-runtime ... . One-liners, scripts, quick checks.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6384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6384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tests, automation, CI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5488" y="1920240"/>
            <a:ext cx="3453384" cy="33832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5488" y="1920240"/>
            <a:ext cx="3453384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4088" y="212140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4088" y="254203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4088" y="29260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in Python (or any AWS SDK). Everything programmable. This is what we build 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4088" y="44348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4088" y="4681728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applications — and Day 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Bedrock underneath. We will open all three today, then live in the SDK.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GET CONNECTED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 first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and setup are where beginners lose an hour. Five clean steps and you are through.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· ACCESS IN 2026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models are already 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"enable each model" dashboard is gone. This trips up anyone following a 2024 tutorial.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780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models are auto-enabled in every commercial region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5568" y="27889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call them straight away — console, CLI or SDK. No request-access step.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33924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needs a one-time usage form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it once in the console (pick a Claude model in the playground). From an org management account it covers all member accounts.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3068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controlled by IAM and SCPs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6177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allow or deny models with policies — not a checkbox page. Day 5 revisits this.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Claude call returns AccessDenied, the usage form is almost always the reason. Accept it once and move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AUTHENTICATE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authentication ladder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the top rung today. Move down as you go to production. All three prove who you are to Bedrock.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908792" cy="9144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7440"/>
            <a:ext cx="54864" cy="91440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API key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START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2377440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console → API keys → short-term → create. One value, copy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109087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64992"/>
            <a:ext cx="54864" cy="91440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env var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SDK / CLI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364992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AWS_BEARER_TOKEN_BEDROCK=&lt;key&gt;  — boto3 and the CLI read it automatically.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10908792" cy="9144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52544"/>
            <a:ext cx="54864" cy="9144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/ temp creds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4352544"/>
            <a:ext cx="7068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keys in code. A role on the EC2/Lambda/EKS workload, or SSO. The grown-up answer.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class, the short-term key + the env var is all you need. Treat any key like a password — never commit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INSTALL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line that matches how you want to call Bedrock. boto3 is the common base; the others are optional, for teams with existing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53384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3453384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/ Invoke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Bedrock API. Our default for the whole course.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784" y="2468880"/>
            <a:ext cx="3453384" cy="2468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7784" y="246888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4596384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0664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 anthropic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6384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write Claude code with the Anthropic SDK.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5488" y="2468880"/>
            <a:ext cx="3453384" cy="24688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5488" y="2468880"/>
            <a:ext cx="3453384" cy="5486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4088" y="26517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8368" y="3246120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boto3 openai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4088" y="3703320"/>
            <a:ext cx="299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write OpenAI code (Responses / Chat Completions).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also need Python 3.9+. Use a virtual environment so course installs do not collide with your system Python.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POINT THE SDK AT BEDROCK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your environment variables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API family reads different variables. Set the ones for the door you are using.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/ Invoke (boto3)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42032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88336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AWS_BEARER_TOKEN_BEDROCK="&lt;your Bedrock API key&gt;"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4787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9417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ANTHROPIC_API_KEY="&lt;your Bedrock API key&gt;"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ANTHROPIC_BASE_URL="https://bedrock-mantle.&lt;region&gt;.api.aws/anthropic"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(Responses / Chat Completions)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2803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97433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OPENAI_API_KEY="&lt;your Bedrock API key&gt;"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OPENAI_BASE_URL="https://bedrock-mantle.&lt;region&gt;.api.aws/v1"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OpenAI / Anthropic doors just re-point an existing SDK at Bedrock's endpoint. Same key, different base URL.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YOUR WORKBENCH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VS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7922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select a virtual environment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venv .venv  →  then "Python: Select Interpreter" and pick .venv. Keeps the course clean.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68833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boto3 in that environment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99232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boto3  in the integrated terminal (the one inside VS Code, with .venv active).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2102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8444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credentials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95344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the AWS Toolkit extension (sign in with SSO), or a .env file holding AWS_BEARER_TOKEN_BEDROCK loaded via python-dotenv.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1713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48056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file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15568" y="4791456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hello_bedrock.py, hit Run, watch the integrated terminal. Same as  python3 hello_bedrock.py.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132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537667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.env to .gitignore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15568" y="5687568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key never reaches a repo. Do this before your first commit, not after.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 most courses skip: the wrong interpreter. If imports fail, you are almost always in the system Python, not .venv.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THE TERMINAL DOOR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the CLI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AWS CLI mirrors the two planes exactly: one command group manages, the other runs.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(one of):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908792" cy="70180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42032"/>
            <a:ext cx="54864" cy="70180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88336"/>
            <a:ext cx="1054303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AWS_BEARER_TOKEN_BEDROCK="&lt;your Bedrock API key&gt;"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quickest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store IAM creds + region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command — list models (management plane):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22192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968496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list-foundation-models --by-provider Anthropic --region us-east-1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inference — converse (runtime plane):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908792" cy="88811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28032"/>
            <a:ext cx="54864" cy="88811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974336"/>
            <a:ext cx="10543032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bedrock-runtime converse \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--model-id anthropic.claude-opus-4-7 \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--messages '[{"role":"user","content":[{"text":"Say hello"}]}]' --region us-east-1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split again: aws bedrock (manage) vs aws bedrock-runtime (run). Same mental model as the SDK.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HELLO, AND GROW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tiny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models. Get one to say hello. Then add one capability per slide until it is genuinely useful.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CLIMB, MIRRORED FROM THE AWS EXAMPLES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→ Actions → Scenarios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AWS's own SDK examples are organised as a ladder. We climb the same rungs — annotated, with TravelMind prompts.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9601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15768"/>
            <a:ext cx="365760" cy="365760"/>
          </a:xfrm>
          <a:prstGeom prst="ellipse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· Hello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423160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models (control plane), then converse with one (runtime). You are connected.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45752" y="24231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deck, next slides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10908792" cy="9601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49040"/>
            <a:ext cx="365760" cy="365760"/>
          </a:xfrm>
          <a:prstGeom prst="ellipse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844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456432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API calls: ListFoundationModels, GetFoundationModel. Discover and inspect.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45752" y="345643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9704"/>
            <a:ext cx="10908792" cy="96012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78231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489704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calls combined: e.g. orchestrating prompt chains with Step Functions.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45752" y="448970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glimpse today, build later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Basics and Actions, with a look ahead at Scenarios. Day 5 is where Scenarios get real.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V0 — ARE WE CONNECTED?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the models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MANAGEMENT client — it lists &amp; describes, it does NOT run a model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= boto3.client("bedrock", region_name="us-east-1")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bedrock.list_foundation_models()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control-plane call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resp["modelSummaries"][:5]: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5, to keep output short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print(m["modelId"], "|", m["providerName"])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40280"/>
            <a:ext cx="3593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is run — this is pure discovery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prompt, no tokens, no cost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returns IDs, your credentials and region are correct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real AWS hello_bedrock.py, trimmed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it. See a list of model IDs? You are in. Empty or error? Fix region / credentials before anything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V0 — THE OUTPUT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see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260729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260729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096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anthropic.claude-opus-4-7        | Anthropic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anthropic.claude-sonnet-4-6      | Anthropic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amazon.nova-pro-v1:0             | Amazon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meta.llama3-1-70b-instruct-v1:0  | Meta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mistral.mistral-large-2407-v1:0  | Mistral AI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71516" cy="182880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64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48143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authenticated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region has these models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modelId is the string you will pass to converse next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200400"/>
            <a:ext cx="5271516" cy="182880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3364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didn't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3749040"/>
            <a:ext cx="48143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list → wrong region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ExpiredToken / no creds → set the bearer token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pause then timeout → network / proxy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one modelId from your own output. That exact string is what the next slide feeds to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V1 — MAKE IT TALK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inference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267096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4864" cy="267096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83664"/>
            <a:ext cx="10543032" cy="250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botocore.exceptions import ClientError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 = boto3.client("bedrock-runtime", region_name="us-east-1")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client now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"anthropic.claude-opus-4-7"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ID runs on-demand in us-east-1 (no profile yet)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= [{"role": "user", "content": [{"text": "Say hello and name one thing Bedrock does."}]}]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brt.converse(modelId=MODEL_ID, messages=conversation,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inferenceConfig={"maxTokens": 200, "temperature": 0.5})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print(resp["output"]["message"]["content"][0]["text"])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walk: output &gt; message &gt; content &gt; [0] &gt; text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(ClientError, Exception) as e: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print(f"ERROR: cannot invoke {MODEL_ID}. Reason: {e}")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leap: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listed models; v1 sends a prompt and reads a reply. Same Converse call you will use for the rest of the course — content is always a list of blocks, never a bare string.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BEDROCK · V1.1 — READ THE METER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response tells you its cost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260729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260729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096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print(resp["usage"])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{'inputTokens': .., 'outputTokens': .., 'totalTokens': ..}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print(resp["stopReason"])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'end_turn' | 'max_tokens' | 'tool_use' | 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 = inputTokens/1e6 * in_rate  +  outputTokens/1e6 * out_rate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(rates are per-model $/1M tokens — confirm current Bedrock pricing)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71516" cy="1783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4670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response, not just billing. Read it from your very first call so cost is a number you watch — not a month-end surprise.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3200400"/>
            <a:ext cx="5271516" cy="1783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3346704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370332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generation ended. max_tokens means you were cut off — raise maxTokens. tool_use is the one that matters on Day 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usage after your hello call. Note the token counts — you will recognise them in the Day 5 cost demo.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CONTROL THE BEHAVIOUR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prompt and temperature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[{"text": "You are TravelMind's assistant. Be concise. Never invent prices."}]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brt.converse(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modelId=MODEL_ID,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system=SYSTEM,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behavioural contract goes HERE, not in the user turn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 "user", "content": [{"text": "Suggest a beach city in India."}]}],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inferenceConfig={"maxTokens": 150, "temperature": 0},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repeatable, ideal for tests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sets the rules for the whole conversation; the user message is just the request.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= same answer every run (parsing, extraction). Higher = more variety (brainstorming).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tiny additions, and the model now behaves the way your product needs.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REMEMBER THE CONVERSATION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is just a growing 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[{"role": "user", "content": [{"text": "I want a 3-day trip."}]}]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brt.converse(modelId=MODEL_ID, messages=messages, inferenceConfig={"maxTokens": 200})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messages.append(r1["output"]["message"])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the model's reply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messages.append({"role": "user", "content": [{"text": "Make it budget-friendly."}]})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follow-up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brt.converse(modelId=MODEL_ID, messages=messages, inferenceConfig={"maxTokens": 200})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print(r2["output"]["message"]["content"][0]["text"])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Converse API is stateless — it remembers nothing on its own.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"Memory" is just this messages list that you keep appending to and resending.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must alternate user / assistant / user. Append the model's turn before your next one.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DON'T MAKE THEM WAIT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the response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94865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94865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73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= brt.converse_stream(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_stream instead of converse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modelId=MODEL_ID,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"content":[{"text":"Write a 2-line pitch for Goa."}]}],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inferenceConfig={"maxTokens": 200},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stream["stream"]: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tokens arrive in pieces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"contentBlockDelta" in chunk: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print(chunk["contentBlockDelta"]["delta"]["text"], end="")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40280"/>
            <a:ext cx="3593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appears as it is generated — feels instant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inputs as converse; the output is an event stream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assemble the deltas yourself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 any user-facing chat UI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streaming version next to the plain one. The wait disappears.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SURVIVE THE REAL WORLD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robust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1965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1965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botocore.config import Config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brt = boto3.client("bedrock-runtime", region_name="us-east-1",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config=Config(retries={"max_attempts": 4, "mode": "adaptive"}))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backs off ThrottlingException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always set maxTokens        -&gt; an unbounded reply is an unbounded bill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wrap json.loads()           -&gt; the model WILL hand you broken JSON eventually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catch ClientError           -&gt; credentials, throttling, validation all surface here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63440"/>
            <a:ext cx="10451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habits separate a notebook that worked once from a service that works at 2 a.m.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retries handle the single most common runtime failure — throttling under load.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glamorous; all of it is the job.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+1 · THE ERROR EVERYONE HITS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inference-profile wall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a cheaper model for experiments, and the bare ID suddenly stops working: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95144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"anthropic.claude-haiku-4-5"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the cheap one...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44368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84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ValidationException: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 of model ID anthropic.claude-haiku-4-5 with on-demand throughput isn't supported. Retry with the ID or ARN of an inference profile that contains this model.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a prefix — a cross-region inference profile: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51549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60520"/>
            <a:ext cx="54864" cy="51549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306824"/>
            <a:ext cx="1054303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"us.anthropic.claude-haiku-4-5-20251001-v1:0"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us. / eu. / apac. / jp. / global.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bridge to Day 5.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4.7's base ID happened to work on-demand in us-east-1; most Claude models need the profile. Day 5 unpacks why and when.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DISCOVER &amp; INSPECT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models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single API calls let you discover what is available and read the fine print — in code, not the console.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LISTFOUNDATIONMODELS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models in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633347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633347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468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= boto3.client("bedrock", region_name="us-east-1")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management client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bedrock.list_foundation_models()["modelSummaries"]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= [m for m in models if m["providerName"] == "Anthropic"]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to one provider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 in claude: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print(m["modelId"], "-&gt;", m["inferenceTypesSupported"])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ON_DEMAND? or INFERENCE_PROFILE?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08792" cy="150876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72000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call as Hello v0 — now you filter and read fields instead of dumping everything.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inferenceTypesSupported is the field that tells you whether the bare ID works or you need a profile.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in a script that has to pick a model that actually exists in the current region.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· GETFOUNDATIONMODEL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 one model's fine print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1894865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894865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173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 = bedrock.get_foundation_model(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modelIdentifier="anthropic.claude-haiku-4-5"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)["modelDetails"]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print(details["modelName"], details["providerName"])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print("input :", details["inputModalities"])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['TEXT','IMAGE']?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print("output:", details["outputModalities"])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print("inference:", details["inferenceTypesSupported"])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print("stream:", details.get("responseStreamingSupported"))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 field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212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inferenceTypesSupported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0" y="251460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slide-22 question programmatically. If it lists ON_DEMAND you can use the bare ID; if not, you need the us. inference profile.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379476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inputModalities before sending an image to a text-only model.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Get on the model your Hello call used. Confirm it supports ON_DEMAND.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ONES YOU WILL ACTUALLY REACH FOR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at a glance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4107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 it when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4.7 / 4.8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anthropic.claude-opus-4-7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hardest reasoning, deep analysis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anthropic.claude-sonnet-4-6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default for most 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4.5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anthropic.claude-haiku-4-5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cheap, fast, high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14800"/>
            <a:ext cx="10908792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224528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models, one API.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Nova, Meta Llama, Mistral, DeepSeek, Qwen, Cohere, Stability and more sit behind the same Converse call. Swap modelId, no rewrite.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most of these need the us. (or eu. / apac. / global.) inference profile for on-demand calls.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OTHER DOORS + SAFETY NETS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 of the map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other ways to call a model, a CLI card, and the errors you will hit — so nothing surprises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12064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12064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RECOGNISE THEM IN THE WILD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to call a model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52395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 it when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Bedrock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— one shape across every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Invoke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provider-native raw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need a feature Converse hasn't exposed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already write Claude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Chat Completions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OpenAI-compatible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already write OpenAI chat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OpenAI-compatible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OpenAI's newer agentic / stateful style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course: Converse.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model-agnostic, supports tools and guardrails, and is the foundation of the Day 5 build. The others exist so existing codebases can point at Bedrock with minimal change.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· ONCE, SO YOU KNOW WHY CONVERSE IS NICER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provider-native door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2130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13055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brt.invoke_model(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modelId="anthropic.claude-opus-4-7",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body=json.dumps({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"anthropic_version": "bedrock-2023-05-31",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provider-specific envelope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"messages": [{"role": "user", "content": "Hello from Invoke"}],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"max_tokens": 200,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print(json.loads(resp["body"].read())["content"][0]["text"])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10908792" cy="109728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83480"/>
            <a:ext cx="10451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raw, Anthropic-specific body and the anthropic_version envelope — different for every provider.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hides exactly this. Switch a model under Invoke and you rewrite the body; under Converse you change one string.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TEAMS WITH EXISTING 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own SDK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have OpenAI or Anthropic code? Re-point the base URL at Bedrock. Same key, same shapes.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Messages (native)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908792" cy="1229868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96312"/>
            <a:ext cx="54864" cy="1229868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42616"/>
            <a:ext cx="10543032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ANTHROPIC_BASE_URL = https://bedrock-mantle.&lt;region&gt;.api.aws/anthropic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client.messages.create(model="anthropic.claude-opus-4-7", max_tokens=512,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messages=[{"role": "user", "content": "Hi"}])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(Chat Completions)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10908792" cy="104973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553712"/>
            <a:ext cx="54864" cy="104973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700016"/>
            <a:ext cx="10543032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OPENAI_BASE_URL = https://bedrock-mantle.&lt;region&gt;.api.aws/v1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OpenAI().chat.completions.create(model="openai.gpt-oss-120b",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messages=[{"role": "user", "content": "Hi"}])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Lowest-friction migration: existing app keeps its SDK, just talks to Bedrock instead.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ONE OPEN IN A TERMINAL TAB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quick reference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plane — aws bedrock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30552"/>
            <a:ext cx="10908792" cy="689458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30552"/>
            <a:ext cx="54864" cy="689458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76856"/>
            <a:ext cx="10543032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list-foundation-models --by-provider Anthropic --region us-east-1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get-foundation-model --model-identifier anthropic.claude-haiku-4-5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plane — aws bedrock-runtime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08792" cy="104973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502152"/>
            <a:ext cx="54864" cy="104973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48456"/>
            <a:ext cx="10543032" cy="8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bedrock-runtime converse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--model-id anthropic.claude-opus-4-7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--messages '[{"role":"user","content":[{"text":"Say hello"}]}]'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--inference-config '{"maxTokens":200,"temperature":0.5}' --region us-east-1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38928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two planes as the SDK.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is perfect for a 10-second smoke test before you write any Python — and for CI checks that your credentials and region still work.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BLIND SPOTS BEFORE THEY COST YOU AN HOUR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errors → fixes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291840"/>
                <a:gridCol w="331927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see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throughput isn't supported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needs an inference profile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the us. / eu. / apac. prefix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not connect / model not found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region for that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the model card's regions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ExpiredToken / Unable to locate credentials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auth set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AWS_BEARER_TOKEN_BEDROCK or aws configure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AccessDeniedException on a Claude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form not accepted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it once in the console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ThrottlingException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many requests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retries + backoff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json.JSONDecodeError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returned prose / code fences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 json.loads; say "no code fences"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this. The first row is the one you will meet most — and Day 5 spends real time on it.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WORDS, IN ONE PLACE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Mental-model recap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2511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one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(client)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plane — list &amp; describe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bedrock-runtime (client)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plane — actually run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Foundation model (FM)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pre-trained model you call by modelId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Inference profile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routing wrapper; the us. prefix that makes on-demand 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unified call: system, messages, tools, guardrails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tokens / usage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are billed on; on every response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randomness dial; 0 = repeatable, higher = varied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stopReason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output ended; tool_use is the agent trigger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BEFORE DAY 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Pre-flight checklist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short-term API key in the Bedrock console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49631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boto3  in a fresh virtual environment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15468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AWS_BEARER_TOKEN_BEDROCK  (and pick a region)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81304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Hello v0 — list the models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50799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47141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Hello v1 — converse, and print usage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6752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those five work, Day 5 is easy.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already connect and run a model. Day 5 turns this one call into a workflow (forced-JSON pipeline) and an agent (tool loop) — same client, same Converse API.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Pre-Wave 5 — Easing into Amazon Bedrock</dc:title>
  <dc:subject>PptxGenJS Presentation</dc:subject>
  <dc:creator>Akash Das</dc:creator>
  <cp:lastModifiedBy>Akash Das</cp:lastModifiedBy>
  <cp:revision>1</cp:revision>
  <dcterms:created xsi:type="dcterms:W3CDTF">2026-05-29T04:38:20Z</dcterms:created>
  <dcterms:modified xsi:type="dcterms:W3CDTF">2026-05-29T04:38:20Z</dcterms:modified>
</cp:coreProperties>
</file>