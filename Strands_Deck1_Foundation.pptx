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969264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188720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 · BEYOND AGENT BUILDER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Agents: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Console to the Code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66928" y="416052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configured agents in a console someone else controls. Today you build the agent yourself - the loop, the tools, the model - in a few lines of Python.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66928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AWS SDK  ·  model-driven  ·  runs anywhere  ·  verified against strandsagents.com (Strands 1.x)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JUMP WE'RE MAKING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wiring a console to owning the agent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530032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64008" cy="42976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3794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1–7 · WHERE YOU ARE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093976"/>
            <a:ext cx="488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Bedrock Agent Builder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459736"/>
            <a:ext cx="484312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Point-and-click in the AWS console: pick a model, paste instructions, attach action groups.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owns and runs the reasoning loop. You configure it; you don't see or change it.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mostly calls InvokeAgent and reads the reply.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inside one AWS service. Moving it elsewhere means a rebuild.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324448" y="1691640"/>
            <a:ext cx="5300320" cy="4297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24448" y="1691640"/>
            <a:ext cx="64008" cy="42976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562192" y="183794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WHERE YOU'RE GOING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62192" y="2093976"/>
            <a:ext cx="488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Strands Agents SDK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62192" y="2459736"/>
            <a:ext cx="4843120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 plain Python you write, version, test, and step through in a debugger.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own the loop: which model, which tools, when to hand off, how to remember.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 runs on your laptop, in Colab, in Lambda, or on AgentCore.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Model-agnostic: Bedrock today, swap to Anthropic or local Ollama tomorrow.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2 ·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MOVE AT ALL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 isn't wrong - it's a ceiling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5778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Console-first, code-second.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a demo or a fixed workflow. Hard to test, diff, or reason about as logic grows.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is a black box.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agent loops forever, picks the wrong tool, or stalls, you can't open it up and watch why.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runtime, one vendor.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bound to how that service runs and bills. No local run, no easy port.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and memory are bolt-ons.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assemble them from console features instead of expressing them in code.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10528" y="1783080"/>
            <a:ext cx="5114239" cy="4206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10528" y="1783080"/>
            <a:ext cx="64008" cy="4206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6748272" y="1929384"/>
            <a:ext cx="47027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IN ONE LINE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48272" y="2185416"/>
            <a:ext cx="47027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configuring a loop. Start writing one.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748272" y="2551176"/>
            <a:ext cx="4657039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Strands agent is a value in your program -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Agent(...)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read every message, every tool call, every result.</a:t>
            </a:r>
            <a:endParaRPr lang="en-US" sz="13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from here builds on that one idea.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3 ·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Strands actually 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943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SDK from AWS.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and TypeScript. Apache-2.0. Public on GitHub, growing fast.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a goal and tools; the model plans, calls tools, and reflects. You don't hand-script the steps.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Production-proven inside AWS.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Amazon Q Developer, AWS Glue, and Kiro in production.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4709160"/>
            <a:ext cx="5943600" cy="12801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4709160"/>
            <a:ext cx="64008" cy="12801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4855464"/>
            <a:ext cx="5532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04672" y="5111496"/>
            <a:ext cx="5532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strands, like DNA: the model and its 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5477256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is the model + a system prompt + a set of tools. That's the whole mental model.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67728" y="1828800"/>
            <a:ext cx="4657039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828800"/>
            <a:ext cx="4510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MODEL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reasoning LLM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Nova, GPT, Llama…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967728" y="2834640"/>
            <a:ext cx="4657039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834640"/>
            <a:ext cx="4510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PROMPT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prompt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role + rules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67728" y="3840480"/>
            <a:ext cx="4657039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3840480"/>
            <a:ext cx="4510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TOOLS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 it can call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+ MCP + built-ins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067648" y="4736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967728" y="5120640"/>
            <a:ext cx="4657039" cy="868680"/>
          </a:xfrm>
          <a:prstGeom prst="roundRect">
            <a:avLst>
              <a:gd name="adj" fmla="val 6316"/>
            </a:avLst>
          </a:prstGeom>
          <a:solidFill>
            <a:srgbClr val="0F172A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5120640"/>
            <a:ext cx="4510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model + prompt + tools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4 ·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BY 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Builder vs Strands - the honest comparison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737360"/>
          <a:ext cx="11057839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54296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Agent Builder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Strands Agents SDK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agent lives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console config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Python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owns the loop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(hidden)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 (open + debuggable)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style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 and click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Write, version, test, diff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models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Bedrock, Anthropic, OpenAI, Nova, Ollama…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runs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Bedrock runtime only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Laptop, Colab, Lambda, Fargate, AgentCore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Multi-agent / memory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features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First-class SDK primitives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workflows, quick demos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products you'll grow and operate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engine underneath (Bedrock + Claude). Strands just hands you the keys.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5 ·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03504" y="306324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clean machine to a running agent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click in the AWS console, then how to wire it up in VS Code and Colab - every step.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AWS CONSOLE 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to set up before any code runs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338114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37360"/>
            <a:ext cx="64008" cy="2331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8366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3969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 model access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505456"/>
            <a:ext cx="292394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console → Model access → enable Claude Sonnet 4.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Per-region. No access = AccessDenied at invoke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5274" y="1737360"/>
            <a:ext cx="338114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05274" y="1737360"/>
            <a:ext cx="64008" cy="2331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643018" y="188366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43018" y="213969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IAM permission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43018" y="2505456"/>
            <a:ext cx="292394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user or role with bedrock:InvokeModel + …WithResponseStream.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Least-privilege. Streaming perm is easy to forget.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43621" y="1737360"/>
            <a:ext cx="3381146" cy="2331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3621" y="1737360"/>
            <a:ext cx="64008" cy="2331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Text 14"/>
          <p:cNvSpPr/>
          <p:nvPr/>
        </p:nvSpPr>
        <p:spPr>
          <a:xfrm>
            <a:off x="8481365" y="1883664"/>
            <a:ext cx="29696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81365" y="2139696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region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81365" y="2505456"/>
            <a:ext cx="2923946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region where the model is available (e.g. us-west-2).</a:t>
            </a:r>
            <a:endParaRPr lang="en-US" sz="1200" dirty="0"/>
          </a:p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drives the inference-profile prefix - see below.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297680"/>
            <a:ext cx="11057839" cy="169164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4297680"/>
            <a:ext cx="64008" cy="169164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443984"/>
            <a:ext cx="10646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GOTCHA YOU ALREADY HIT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" y="4700016"/>
            <a:ext cx="106463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Newer Claude models are on-demand only via a cross-region inference profile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04672" y="5065776"/>
            <a:ext cx="10600639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anthropic.claude-sonnet-4-...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throws "on-demand throughput isn't supported". The fix is the region prefix: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us.anthropic.claude-sonnet-4-...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(or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global.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eu.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Strands' own default already uses the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 - match it.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7 ·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UP YOUR ENVIRONMENT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Credentials, then VS Code and Colab side by side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11057839" cy="10515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691640"/>
            <a:ext cx="64008" cy="10515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37944"/>
            <a:ext cx="10646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STRANDS FINDS AWS CREDENTIALS (ANY ONE OF THESE)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093976"/>
            <a:ext cx="10600639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AWS_ACCESS_KEY_ID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AWS_SECRET_ACCESS_KEY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configure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credentials file   ·   IAM role (on EC2/ECS/Lambda)   ·   Bedrock API key via 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AWS_BEARER_TOKEN_BEDROCK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2926080"/>
            <a:ext cx="5300320" cy="3063240"/>
          </a:xfrm>
          <a:prstGeom prst="roundRect">
            <a:avLst>
              <a:gd name="adj" fmla="val 238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6656" y="2980944"/>
            <a:ext cx="502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 CODE  ·  local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3236976"/>
            <a:ext cx="497113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· create + activate a venv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.venv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.venv/bin/activate   # Win: .venv\Scripts\activate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· install + set creds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strands-agents strands-agents-tools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 configure   # or export AWS_ keys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· run it (select the .venv interpreter)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agent.py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24448" y="2926080"/>
            <a:ext cx="5300320" cy="3063240"/>
          </a:xfrm>
          <a:prstGeom prst="roundRect">
            <a:avLst>
              <a:gd name="adj" fmla="val 2388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34176" y="2980944"/>
            <a:ext cx="502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COLAB  ·  notebook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89040" y="3236976"/>
            <a:ext cx="4971136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· install in the first cell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strands-agents strands-agents-tools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· creds via Colab secrets (key icon, left)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google.colab import userdata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os.environ['AWS_ACCESS_KEY_ID']     = userdata.get('AK')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os.environ['AWS_SECRET_ACCESS_KEY'] = userdata.get('SK')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os.environ['AWS_DEFAULT_REGION']    = 'us-west-2'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· run cells top to bottom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8 ·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AGENT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Strands agent is three real 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43737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strands_tools import calculator</a:t>
            </a:r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Agent(tools=[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agent("What is the square root of 1764?")</a:t>
            </a:r>
            <a:pPr indent="0" marL="0">
              <a:lnSpc>
                <a:spcPct val="112000"/>
              </a:lnSpc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607808" y="1783080"/>
            <a:ext cx="4016959" cy="27432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7808" y="1783080"/>
            <a:ext cx="64008" cy="2743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7845552" y="1929384"/>
            <a:ext cx="3605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JUST HAPPENED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845552" y="2185416"/>
            <a:ext cx="36054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model named, on purpose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45552" y="2551176"/>
            <a:ext cx="3559759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model = Claude Sonnet 4 on Bedrock (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us.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profile).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ready-made tool.</a:t>
            </a:r>
            <a:endParaRPr lang="en-US" sz="1250" dirty="0"/>
          </a:p>
          <a:p>
            <a:pPr marL="152400" indent="-152400">
              <a:lnSpc>
                <a:spcPct val="106000"/>
              </a:lnSpc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</a:t>
            </a:r>
            <a:pPr indent="0" marL="0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agent(...)</a:t>
            </a:r>
            <a:pPr indent="0" marL="0">
              <a:lnSpc>
                <a:spcPct val="106000"/>
              </a:lnSpc>
              <a:spcAft>
                <a:spcPts val="4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runs the full reasoning loop.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754880"/>
            <a:ext cx="11057839" cy="12344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4754880"/>
            <a:ext cx="64008" cy="1234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4901184"/>
            <a:ext cx="10646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THROWBACK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5157216"/>
            <a:ext cx="10600639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Agent Builder this was a console form plus an action group. Here it's six lines you can read, run, and put under version control - and it already does tool use.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9 ·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LINE BY 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Anatomy of an agent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9436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Agent(...)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orchestrator object. Optional args: model, system_prompt, tools, conversation_manager, session_manager, callback_handler.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tools=[...]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Python callables. Built-in tools, your @tool functions, or MCP tools - all the same list.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agent("…")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invoke. Returns an AgentResult with .message and .metrics. Console output streams live by default.</a:t>
            </a:r>
            <a:endParaRPr lang="en-US" sz="13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system_prompt=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agent's role and rules - the equivalent of Agent Builder's 'instructions' box, now in code.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76288" y="1783080"/>
            <a:ext cx="4748479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86016" y="1837944"/>
            <a:ext cx="44741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fuller form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040880" y="2093976"/>
            <a:ext cx="4419295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strands.models import BedrockModel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strands_tools import calculator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BedrockModel(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model_id="us.anthropic.claude-"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"sonnet-4-20250514-v1:0",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region_name="us-west-2",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temperature=0.3,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system_prompt="You are a precise math tutor.",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tools=[calculator],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agent("Explain sqrt(1764).")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print(result.message)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10 ·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03504" y="306324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 loop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one concept everything else sits on. If you get the loop, you get Strands.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 → act → observe, until done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297180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71800"/>
            <a:ext cx="1865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+ context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24328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310128" y="233172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0" y="233172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
</a:t>
            </a:r>
            <a:endParaRPr lang="en-US" sz="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(LLM)</a:t>
            </a:r>
            <a:endParaRPr lang="en-US" sz="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next step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824728" y="233172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233172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
</a:t>
            </a:r>
            <a:endParaRPr lang="en-US" sz="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tool</a:t>
            </a:r>
            <a:endParaRPr lang="en-US" sz="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decide to answer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544568" y="3749040"/>
            <a:ext cx="2286000" cy="868680"/>
          </a:xfrm>
          <a:prstGeom prst="roundRect">
            <a:avLst>
              <a:gd name="adj" fmla="val 6316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3749040"/>
            <a:ext cx="21396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
</a:t>
            </a:r>
            <a:endParaRPr lang="en-US" sz="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tool</a:t>
            </a:r>
            <a:endParaRPr lang="en-US" sz="850" dirty="0"/>
          </a:p>
          <a:p>
            <a:pPr algn="ctr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context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596128" y="2423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22008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178808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10128" y="470916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repeats while the model wants a tool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2168" y="31089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8750808" y="297180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 w="15875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23960" y="2971800"/>
            <a:ext cx="19568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answer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5212080"/>
            <a:ext cx="11057839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5212080"/>
            <a:ext cx="64008" cy="77724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358384"/>
            <a:ext cx="10600639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- autonomously - whether to call a tool or stop. You never write "if/then" routing. That decision-making is the whole point of an agent.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12 ·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RUNS INSIDE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event_loop_cycle, in plain terms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83080"/>
            <a:ext cx="58521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recursive.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cycle = call the model, check for a tool request, run the tool, append the result, then call the cycle again. It unwinds when the model stops asking for tools.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only grows.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cycle appends to the message history. The model sees the original request plus every tool call and result so far.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ends on a StopReason.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"end_turn" (model answered). Can also stop on max tokens, a guardrail, or a forced stop.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by default.  </a:t>
            </a:r>
            <a:pPr indent="0" marL="0">
              <a:lnSpc>
                <a:spcPct val="108000"/>
              </a:lnSpc>
              <a:spcAft>
                <a:spcPts val="9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model asks for several tools at once, Strands runs them concurrently.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84848" y="1783080"/>
            <a:ext cx="4839919" cy="4206240"/>
          </a:xfrm>
          <a:prstGeom prst="roundRect">
            <a:avLst>
              <a:gd name="adj" fmla="val 173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94576" y="1837944"/>
            <a:ext cx="45655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cycle, sketched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49440" y="2093976"/>
            <a:ext cx="4510735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event_loop_cycle(model, prompt,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messages, tools, ...):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 · ask the model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reply = model.converse(messages, tools)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messages.append(reply)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 · did it request a tool?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reply.stop_reason == "tool_use":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call in reply.tool_uses: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out = run_tool(call)        # parallel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messages.append(out)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3 · recurse with new context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event_loop_cycle(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model, prompt, messages, tools)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reply        # StopReason: end_turn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13 ·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 MEMORY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Messages are the agent's short-term memory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76072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5614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R's in strawberry?"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64408" y="2496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" y="2807208"/>
            <a:ext cx="5760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07208"/>
            <a:ext cx="5614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toolUse(letter_counter, …)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64408" y="3520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66928" y="3831336"/>
            <a:ext cx="5760720" cy="713232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831336"/>
            <a:ext cx="5614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(TOOL RESULT)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toolResult → 3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64408" y="4544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66928" y="4855464"/>
            <a:ext cx="576072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87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855464"/>
            <a:ext cx="56144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b="1" spc="15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
</a:t>
            </a:r>
            <a:endParaRPr lang="en-US" sz="850" dirty="0"/>
          </a:p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"There are 3 R's."  (end_turn)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876288" y="1783080"/>
            <a:ext cx="474847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roles.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assistant. Tool results come back as a user-role message so the model can read them.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blocks.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message holds blocks: text, toolUse (a request), toolResult, sometimes reasoning.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it anytime.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agent.messages is the live history. You can pre-fill it to seed context.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per-run.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history is short-term. Surviving a restart is a job for sessions - Deck 2.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14 ·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THE AGENT DID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call returns evidence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126480" cy="2468880"/>
          </a:xfrm>
          <a:prstGeom prst="roundRect">
            <a:avLst>
              <a:gd name="adj" fmla="val 2963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 + result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57972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agent("What is sqrt(144)?")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print(result.message)          # final answer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print(result.metrics.get_summary())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total_cycles, latencyMs, tokens,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per-tool call_count + success_rate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full trace tree of each cycle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" y="4434840"/>
            <a:ext cx="6126480" cy="1554480"/>
          </a:xfrm>
          <a:prstGeom prst="roundRect">
            <a:avLst>
              <a:gd name="adj" fmla="val 470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6656" y="4489704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on debug logs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4745736"/>
            <a:ext cx="5797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logging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logging.getLogger("strands").setLevel(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logging.DEBUG)   # see every loop step</a:t>
            </a:r>
            <a:pPr indent="0" marL="0">
              <a:lnSpc>
                <a:spcPct val="112000"/>
              </a:lnSpc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059168" y="1783080"/>
            <a:ext cx="456559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AgentResult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.message is the reply; .metrics is the audit trail of the run.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+ tokens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how many loop turns and tokens a task cost - your latency and bill, demystified.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tree of each cycle: what the model said, which tool ran, what it returned.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 </a:t>
            </a:r>
            <a:pPr indent="0" marL="0">
              <a:lnSpc>
                <a:spcPct val="1080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same data to Langfuse, CloudWatch, or any OTEL backend for production.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15 ·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03504" y="306324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only talks. Tools are how an agent does - read a file, call an API, query a database, run code.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INCLUDED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strands-agents-tools package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381146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9384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Files &amp; system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04672" y="2295144"/>
            <a:ext cx="29239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file_read, file_write, editor, shell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5274" y="1783080"/>
            <a:ext cx="3381146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05274" y="178308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4643018" y="1929384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&amp; APIs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43018" y="2295144"/>
            <a:ext cx="29239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http_request, retrieve (RAG)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43621" y="1783080"/>
            <a:ext cx="3381146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43621" y="178308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4" name="Text 12"/>
          <p:cNvSpPr/>
          <p:nvPr/>
        </p:nvSpPr>
        <p:spPr>
          <a:xfrm>
            <a:off x="8481365" y="1929384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81365" y="2295144"/>
            <a:ext cx="29239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calculator, python_repl, current_time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291840"/>
            <a:ext cx="3381146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928" y="329184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438144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 &amp; flows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4672" y="3803904"/>
            <a:ext cx="29239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use_agent, workflow, swarm, graph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405274" y="3291840"/>
            <a:ext cx="3381146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05274" y="329184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2" name="Text 20"/>
          <p:cNvSpPr/>
          <p:nvPr/>
        </p:nvSpPr>
        <p:spPr>
          <a:xfrm>
            <a:off x="4643018" y="3438144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&amp; memory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643018" y="3803904"/>
            <a:ext cx="29239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use_aws, mem0 / AgentCore memory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243621" y="3291840"/>
            <a:ext cx="3381146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43621" y="3291840"/>
            <a:ext cx="64008" cy="13716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6" name="Text 24"/>
          <p:cNvSpPr/>
          <p:nvPr/>
        </p:nvSpPr>
        <p:spPr>
          <a:xfrm>
            <a:off x="8481365" y="3438144"/>
            <a:ext cx="296966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81365" y="3803904"/>
            <a:ext cx="29239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strands-agents-tools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66928" y="4892040"/>
            <a:ext cx="11057839" cy="109728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66928" y="4892040"/>
            <a:ext cx="64008" cy="10972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30" name="Text 28"/>
          <p:cNvSpPr/>
          <p:nvPr/>
        </p:nvSpPr>
        <p:spPr>
          <a:xfrm>
            <a:off x="804672" y="5038344"/>
            <a:ext cx="106463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NOTE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804672" y="5294376"/>
            <a:ext cx="10600639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python_repl and shell execute code on your machine. Treat them like any other code-exec surface - sandbox in production, never expose them raw to untrusted input.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17 ·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TOOLS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@tool turns any Python function into a capability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675120" cy="3657600"/>
          </a:xfrm>
          <a:prstGeom prst="roundRect">
            <a:avLst>
              <a:gd name="adj" fmla="val 200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tools.py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345936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tool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@tool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get_order_status(order_id: str) -&gt; dict: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"""Look up the live status of a customer order.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Args: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order_id: the order reference, e.g. 'A-1042'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Returns: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dict with status, carrier, and eta_days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db.fetch_order(order_id)   # your code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Agent(tools=[get_order_status])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07808" y="1783080"/>
            <a:ext cx="401695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docstring IS the spec.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it to decide when and how to call the tool. Vague docstring = wrong calls.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 = the contract.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generate the input schema the model fills in. Always annotate args and return.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just Python.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a real DB, API, or file. Put tools in any module and import them.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18 ·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TOOLS GET CALLED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model decides - or you call directly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3003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783080"/>
            <a:ext cx="64008" cy="1737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2938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1 · NATURAL LANGUAGE (THE AGENT DECIDES)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04672" y="2185416"/>
            <a:ext cx="48431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send a request. The model reads tool descriptions, picks the right one(s), fills the arguments, and runs them inside the loop. This is the default agentic path.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24448" y="1783080"/>
            <a:ext cx="5300320" cy="17373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24448" y="1783080"/>
            <a:ext cx="64008" cy="1737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6562192" y="1929384"/>
            <a:ext cx="488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2 · PROGRAMMATIC (YOU DECIDE)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562192" y="2185416"/>
            <a:ext cx="48431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6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a tool by hand for tests or deterministic steps - bypassing the model entirely.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749040"/>
            <a:ext cx="11057839" cy="2240280"/>
          </a:xfrm>
          <a:prstGeom prst="roundRect">
            <a:avLst>
              <a:gd name="adj" fmla="val 326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6656" y="3803904"/>
            <a:ext cx="107835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inspect + invoke directly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4059936"/>
            <a:ext cx="10728655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print(agent.tool_names)        # ['calculator', 'get_order_status', ...]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print(agent.tool_registry.get_all_tools_config())   # full JSON schema the model sees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 a tool directly, no LLM in the loop: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agent.tool.get_order_status(order_id="A-1042")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agent.tool.calculator(expression="2**10", record_direct_tool_call=False)  # keep it out of history</a:t>
            </a:r>
            <a:pPr indent="0" marL="0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19 ·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YOU DIDN'T WRITE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servers plug in as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6858000" cy="3383280"/>
          </a:xfrm>
          <a:prstGeom prst="roundRect">
            <a:avLst>
              <a:gd name="adj" fmla="val 216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76656" y="1837944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an MCP server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2093976"/>
            <a:ext cx="6528816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 import Agent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strands.tools.mcp import MCPClient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mcp import stdio_client, StdioServerParameters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aws_docs = MCPClient(lambda: stdio_client(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StdioServerParameters(command="uvx",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args=["awslabs.aws-documentation-mcp-server"])))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aws_docs: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 = Agent(tools=</a:t>
            </a:r>
            <a:pPr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aws_docs.list_tools_sync()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agent("How do I page the Bedrock ListFM API?")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90688" y="1783080"/>
            <a:ext cx="3834079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Throwback.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met MCP earlier as a way to expose tools. Strands consumes any MCP server as a tool list.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available.  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Databases, GitHub, search, AWS docs - reuse instead of rebuild.</a:t>
            </a:r>
            <a:endParaRPr lang="en-US" sz="130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context manager.  </a:t>
            </a:r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lnSpc>
                <a:spcPct val="108000"/>
              </a:lnSpc>
              <a:spcAft>
                <a:spcPts val="1100"/>
              </a:spcAft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block keeps the MCP connection open while the agent runs.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20 ·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5544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603504" y="306324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" y="32461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61188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Models, structure &amp; streaming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66928" y="489204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brain in one line. Get typed output. Stream tokens to a UI.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02336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THE BRAIN, SHAPE THE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1057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Providers, structured output, streaming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73736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list of providers: 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(default), Anthropic, OpenAI, Nova, Mistral, Llama, Ollama (local), LiteLLM, custom.</a:t>
            </a:r>
            <a:endParaRPr lang="en-US" sz="1250" dirty="0"/>
          </a:p>
          <a:p>
            <a:pPr marL="177800" indent="-177800">
              <a:lnSpc>
                <a:spcPct val="108000"/>
              </a:lnSpc>
              <a:buSzPct val="100000"/>
              <a:buChar char="•"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models:  </a:t>
            </a:r>
            <a:pPr indent="0" marL="0">
              <a:lnSpc>
                <a:spcPct val="108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 model for sub-agents, a strong one for the orchestrator.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3657600"/>
            <a:ext cx="4572000" cy="2331720"/>
          </a:xfrm>
          <a:prstGeom prst="roundRect">
            <a:avLst>
              <a:gd name="adj" fmla="val 3137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76656" y="371246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swap in one 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3968496"/>
            <a:ext cx="4242816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default: Claude Sonnet 4 on Bedrock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local, offline, free: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strands.models.ollama import \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OllamaModel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Agent(model=OllamaModel(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model_id="llama3"))</a:t>
            </a:r>
            <a:pPr indent="0" marL="0">
              <a:lnSpc>
                <a:spcPct val="112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13248" y="1737360"/>
            <a:ext cx="6211519" cy="1965960"/>
          </a:xfrm>
          <a:prstGeom prst="roundRect">
            <a:avLst>
              <a:gd name="adj" fmla="val 372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22976" y="1792224"/>
            <a:ext cx="5937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structured output (typed, validated)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0" y="2048256"/>
            <a:ext cx="5882335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pydantic import BaseModel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Order(BaseModel):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str; status: str; eta_days: int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agent.structured_output(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Order, "Status of order A-1042?")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print(data.eta_days)   # a real int, not text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13248" y="3840480"/>
            <a:ext cx="6211519" cy="2148840"/>
          </a:xfrm>
          <a:prstGeom prst="roundRect">
            <a:avLst>
              <a:gd name="adj" fmla="val 3404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sx="100000" sy="100000" kx="0" ky="0" algn="bl" rotWithShape="0" blurRad="114300" dist="38100" dir="5400000">
              <a:srgbClr val="0F172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522976" y="3895344"/>
            <a:ext cx="593719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streaming (for web / UIs)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577840" y="4151376"/>
            <a:ext cx="5882335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= Agent(callback_handler=None)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for ev in agent.stream_async(prompt):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"data" in ev: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print(ev["data"], end="")   # token chunks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also: await agent.invoke_async(prompt)</a:t>
            </a:r>
            <a:pPr indent="0" marL="0">
              <a:lnSpc>
                <a:spcPct val="112000"/>
              </a:lnSpc>
              <a:buNone/>
            </a:pP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6437376"/>
            <a:ext cx="11057839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STRANDS AGENTS  ·  IBS AGENTIC AI BOOTCAMP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967167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FOUNDATION   · 22 ·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40080"/>
            <a:ext cx="566928" cy="82296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841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DECK 1 · LOCKED IN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can now build, run, and read a real agent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381146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2286000"/>
            <a:ext cx="64008" cy="1737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2432304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8096" y="2852928"/>
            <a:ext cx="3015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access + IAM + the us. inference profile, then VS Code &amp; Colab.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5274" y="2286000"/>
            <a:ext cx="3381146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4405274" y="2286000"/>
            <a:ext cx="64008" cy="1737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4606442" y="2432304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loop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06442" y="2852928"/>
            <a:ext cx="3015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-&gt; tool -&gt; observe -&gt; repeat, until a StopReason. Open and debuggable.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43621" y="2286000"/>
            <a:ext cx="3381146" cy="1737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43621" y="2286000"/>
            <a:ext cx="64008" cy="17373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5" name="Text 13"/>
          <p:cNvSpPr/>
          <p:nvPr/>
        </p:nvSpPr>
        <p:spPr>
          <a:xfrm>
            <a:off x="8444789" y="2432304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models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44789" y="2852928"/>
            <a:ext cx="301538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@tool + built-ins + MCP; swap models, type the output, stream it.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- Deck 2: 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agent memory, build teams of agents that hand off data, and ship it to AgentCore.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66928" y="55321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now: build a 2-tool agent (calculator + one custom @tool), run it, print result.metrics.get_summary().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Strands Agents - Foundation</dc:title>
  <dc:subject>PptxGenJS Presentation</dc:subject>
  <dc:creator>Akash Das</dc:creator>
  <cp:lastModifiedBy>Akash Das</cp:lastModifiedBy>
  <cp:revision>1</cp:revision>
  <dcterms:created xsi:type="dcterms:W3CDTF">2026-06-05T03:36:34Z</dcterms:created>
  <dcterms:modified xsi:type="dcterms:W3CDTF">2026-06-05T03:36:34Z</dcterms:modified>
</cp:coreProperties>
</file>